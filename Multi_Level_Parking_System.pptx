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80BE3C-B0B0-4CFB-816B-712D973A64E0}" v="3" dt="2026-09-15T10:05:24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11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P MADHURI" userId="d5baabbced009fe2" providerId="LiveId" clId="{5C1935DC-7BAA-4BFD-8AE9-FAF66D151093}"/>
    <pc:docChg chg="undo custSel addSld modSld sldOrd">
      <pc:chgData name="TSP MADHURI" userId="d5baabbced009fe2" providerId="LiveId" clId="{5C1935DC-7BAA-4BFD-8AE9-FAF66D151093}" dt="2026-09-15T10:01:58.231" v="188" actId="22"/>
      <pc:docMkLst>
        <pc:docMk/>
      </pc:docMkLst>
      <pc:sldChg chg="addSp delSp modSp mod">
        <pc:chgData name="TSP MADHURI" userId="d5baabbced009fe2" providerId="LiveId" clId="{5C1935DC-7BAA-4BFD-8AE9-FAF66D151093}" dt="2026-09-15T10:01:58.231" v="188" actId="22"/>
        <pc:sldMkLst>
          <pc:docMk/>
          <pc:sldMk cId="1570750093" sldId="256"/>
        </pc:sldMkLst>
        <pc:spChg chg="mod">
          <ac:chgData name="TSP MADHURI" userId="d5baabbced009fe2" providerId="LiveId" clId="{5C1935DC-7BAA-4BFD-8AE9-FAF66D151093}" dt="2026-09-15T09:58:58.254" v="62" actId="20577"/>
          <ac:spMkLst>
            <pc:docMk/>
            <pc:sldMk cId="1570750093" sldId="256"/>
            <ac:spMk id="2" creationId="{81C0CCFF-527E-4AC9-A45F-A8196F49E0C3}"/>
          </ac:spMkLst>
        </pc:spChg>
        <pc:spChg chg="mod">
          <ac:chgData name="TSP MADHURI" userId="d5baabbced009fe2" providerId="LiveId" clId="{5C1935DC-7BAA-4BFD-8AE9-FAF66D151093}" dt="2026-09-15T09:59:08.667" v="65"/>
          <ac:spMkLst>
            <pc:docMk/>
            <pc:sldMk cId="1570750093" sldId="256"/>
            <ac:spMk id="3" creationId="{A452AC95-AA7D-A76A-037F-6B2DB5A27E48}"/>
          </ac:spMkLst>
        </pc:spChg>
        <pc:spChg chg="add del">
          <ac:chgData name="TSP MADHURI" userId="d5baabbced009fe2" providerId="LiveId" clId="{5C1935DC-7BAA-4BFD-8AE9-FAF66D151093}" dt="2026-09-15T09:58:23.995" v="1" actId="22"/>
          <ac:spMkLst>
            <pc:docMk/>
            <pc:sldMk cId="1570750093" sldId="256"/>
            <ac:spMk id="5" creationId="{16E58A68-9A46-73D5-6ACA-6EBDA713DE38}"/>
          </ac:spMkLst>
        </pc:spChg>
        <pc:spChg chg="add del mod">
          <ac:chgData name="TSP MADHURI" userId="d5baabbced009fe2" providerId="LiveId" clId="{5C1935DC-7BAA-4BFD-8AE9-FAF66D151093}" dt="2026-09-15T10:01:58.231" v="188" actId="22"/>
          <ac:spMkLst>
            <pc:docMk/>
            <pc:sldMk cId="1570750093" sldId="256"/>
            <ac:spMk id="7" creationId="{195ACB3F-808A-0A7A-B8BD-A70C42ECC1E5}"/>
          </ac:spMkLst>
        </pc:spChg>
      </pc:sldChg>
      <pc:sldChg chg="modSp new mod">
        <pc:chgData name="TSP MADHURI" userId="d5baabbced009fe2" providerId="LiveId" clId="{5C1935DC-7BAA-4BFD-8AE9-FAF66D151093}" dt="2026-09-15T09:59:16.247" v="74" actId="20577"/>
        <pc:sldMkLst>
          <pc:docMk/>
          <pc:sldMk cId="676338040" sldId="257"/>
        </pc:sldMkLst>
        <pc:spChg chg="mod">
          <ac:chgData name="TSP MADHURI" userId="d5baabbced009fe2" providerId="LiveId" clId="{5C1935DC-7BAA-4BFD-8AE9-FAF66D151093}" dt="2026-09-15T09:59:16.247" v="74" actId="20577"/>
          <ac:spMkLst>
            <pc:docMk/>
            <pc:sldMk cId="676338040" sldId="257"/>
            <ac:spMk id="2" creationId="{EDE71AF3-F02C-0F4C-0929-57F8B753540D}"/>
          </ac:spMkLst>
        </pc:spChg>
      </pc:sldChg>
      <pc:sldChg chg="modSp new mod">
        <pc:chgData name="TSP MADHURI" userId="d5baabbced009fe2" providerId="LiveId" clId="{5C1935DC-7BAA-4BFD-8AE9-FAF66D151093}" dt="2026-09-15T09:59:25.529" v="86" actId="20577"/>
        <pc:sldMkLst>
          <pc:docMk/>
          <pc:sldMk cId="4104242747" sldId="258"/>
        </pc:sldMkLst>
        <pc:spChg chg="mod">
          <ac:chgData name="TSP MADHURI" userId="d5baabbced009fe2" providerId="LiveId" clId="{5C1935DC-7BAA-4BFD-8AE9-FAF66D151093}" dt="2026-09-15T09:59:25.529" v="86" actId="20577"/>
          <ac:spMkLst>
            <pc:docMk/>
            <pc:sldMk cId="4104242747" sldId="258"/>
            <ac:spMk id="2" creationId="{8E154CC5-4FD5-611A-4481-E878E281E2CD}"/>
          </ac:spMkLst>
        </pc:spChg>
      </pc:sldChg>
      <pc:sldChg chg="modSp new mod">
        <pc:chgData name="TSP MADHURI" userId="d5baabbced009fe2" providerId="LiveId" clId="{5C1935DC-7BAA-4BFD-8AE9-FAF66D151093}" dt="2026-09-15T09:59:36.234" v="101" actId="20577"/>
        <pc:sldMkLst>
          <pc:docMk/>
          <pc:sldMk cId="4178111765" sldId="259"/>
        </pc:sldMkLst>
        <pc:spChg chg="mod">
          <ac:chgData name="TSP MADHURI" userId="d5baabbced009fe2" providerId="LiveId" clId="{5C1935DC-7BAA-4BFD-8AE9-FAF66D151093}" dt="2026-09-15T09:59:36.234" v="101" actId="20577"/>
          <ac:spMkLst>
            <pc:docMk/>
            <pc:sldMk cId="4178111765" sldId="259"/>
            <ac:spMk id="2" creationId="{3954FDF4-A21D-11D6-CA7A-382058E2F499}"/>
          </ac:spMkLst>
        </pc:spChg>
      </pc:sldChg>
      <pc:sldChg chg="modSp new mod">
        <pc:chgData name="TSP MADHURI" userId="d5baabbced009fe2" providerId="LiveId" clId="{5C1935DC-7BAA-4BFD-8AE9-FAF66D151093}" dt="2026-09-15T09:59:46.562" v="113" actId="20577"/>
        <pc:sldMkLst>
          <pc:docMk/>
          <pc:sldMk cId="1869875426" sldId="260"/>
        </pc:sldMkLst>
        <pc:spChg chg="mod">
          <ac:chgData name="TSP MADHURI" userId="d5baabbced009fe2" providerId="LiveId" clId="{5C1935DC-7BAA-4BFD-8AE9-FAF66D151093}" dt="2026-09-15T09:59:46.562" v="113" actId="20577"/>
          <ac:spMkLst>
            <pc:docMk/>
            <pc:sldMk cId="1869875426" sldId="260"/>
            <ac:spMk id="2" creationId="{C73BDDFB-DFEC-7A21-D889-17965A225820}"/>
          </ac:spMkLst>
        </pc:spChg>
      </pc:sldChg>
      <pc:sldChg chg="modSp new mod ord">
        <pc:chgData name="TSP MADHURI" userId="d5baabbced009fe2" providerId="LiveId" clId="{5C1935DC-7BAA-4BFD-8AE9-FAF66D151093}" dt="2026-09-15T10:00:14.865" v="149"/>
        <pc:sldMkLst>
          <pc:docMk/>
          <pc:sldMk cId="3980090555" sldId="261"/>
        </pc:sldMkLst>
        <pc:spChg chg="mod">
          <ac:chgData name="TSP MADHURI" userId="d5baabbced009fe2" providerId="LiveId" clId="{5C1935DC-7BAA-4BFD-8AE9-FAF66D151093}" dt="2026-09-15T10:00:08.859" v="147" actId="20577"/>
          <ac:spMkLst>
            <pc:docMk/>
            <pc:sldMk cId="3980090555" sldId="261"/>
            <ac:spMk id="2" creationId="{54D4AC2B-1702-695F-E0B5-9F6550F04B7D}"/>
          </ac:spMkLst>
        </pc:spChg>
      </pc:sldChg>
      <pc:sldChg chg="modSp new mod">
        <pc:chgData name="TSP MADHURI" userId="d5baabbced009fe2" providerId="LiveId" clId="{5C1935DC-7BAA-4BFD-8AE9-FAF66D151093}" dt="2026-09-15T10:00:56.631" v="184" actId="20577"/>
        <pc:sldMkLst>
          <pc:docMk/>
          <pc:sldMk cId="1396777043" sldId="262"/>
        </pc:sldMkLst>
        <pc:spChg chg="mod">
          <ac:chgData name="TSP MADHURI" userId="d5baabbced009fe2" providerId="LiveId" clId="{5C1935DC-7BAA-4BFD-8AE9-FAF66D151093}" dt="2026-09-15T10:00:56.631" v="184" actId="20577"/>
          <ac:spMkLst>
            <pc:docMk/>
            <pc:sldMk cId="1396777043" sldId="262"/>
            <ac:spMk id="2" creationId="{BDCEF2EB-DC8E-A39F-8C45-4CB8185479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  <a:t>16-10-2026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4164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5F3B8-DDEB-3931-BD30-FCDF92768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E52B7-3612-C42C-E3C4-1568700E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2A539-9977-5E0E-CDC1-067BB186F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91C38-BEF3-AA2E-ACFE-DCF1543B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B7FA-8196-F586-E960-B5BAE42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B3F1FD-0147-797C-0ED6-E694A2BD62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59C4-DC4A-CF70-25D2-F39535A1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6C27E-0A06-D409-8884-852E74A29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AC31F-7BFD-CA38-00A7-A2FD01A0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15AD4-5B3F-78FD-DE66-C3F50AC63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0549F-8592-A2F0-A7A6-A1C45E9E6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81CCB4-DDFA-058A-AE03-5A3CFCA9F8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EAB08-E23E-771E-1FDE-DC7851594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36FC1-1DB6-A8A4-C315-834C3FFC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65D3F-93C4-BE6A-B0D8-5AFF3E69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2169B-9903-41C3-CC1A-A773A925D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C6B5-6988-9DF9-8223-C5EB677C9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3DABBD-F85F-360C-A546-D5E0B92597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25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988FF-7E75-1B89-7C11-7B6C180BD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E0077-B676-7850-AAD4-77689FB5B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4118E-9650-EED0-1592-D4AD00CF4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D1BDD-D86C-6A53-CEF7-1AEC9AB1A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15FF2-A4C5-135F-9FA1-A00A6BF9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FB8AA-FC6D-B278-7FFF-C52EF4307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064E1C-D746-419C-5FE6-033B95CAC3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26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CC900-8F42-8A20-E378-434465ED2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DB5D6-6D80-913C-77A3-83E1C2757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7E712-FB4A-DBE7-7EE8-B34465C75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FC7C92-E667-0F30-6C26-267F10CBC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1715A-AF86-785C-73F2-00FF9D5D3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1D6D5-269C-31AC-CC40-917E0E246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  <a:t>16-10-2026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DFF97-DB90-A3DC-1A5F-E041ABA4F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EC1F-4C0D-B461-B76D-FAFE7A86B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D765FD-6DB7-1155-27BC-BD0DB45299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33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FB57-0CBB-0AA3-9BF0-2ED233797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2CE64-C359-3445-7AB9-29DE8577C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  <a:t>16-10-2026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63F73F-0420-C605-3EFF-74CBBE1B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EE44D-529C-1AC9-123B-7EBF53FA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6640D-01A3-9B0C-80EF-F10DE42207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80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479728-5FED-202E-6651-A7474C32A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  <a:t>16-10-2026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6D777-ECC4-1DAB-81FF-7D7AF3FF3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56A1D-0096-D4B4-2B11-1CDFE331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0B416-1EF4-3CD6-8E26-DC636E7B37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29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5010-2418-091A-429D-37E400AB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91DC8-3F06-BF0E-8109-8C1FEDEA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44A7E-4423-60E2-E6E9-AAF09976D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B07B-D8E2-C0AA-F7E4-545DF979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B3DF0-CC05-0B05-24D9-6663B5E1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B53E2-0205-A987-5D45-0DFC51D8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6F4A6A-FE20-C82E-95DD-FA2A5FCB0B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27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B7E51-2E25-5BFC-2696-794A224B6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9DC63-25C2-8B4F-3683-6B0A9BC756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EBA80-D1E6-9786-229E-B9B70D9BD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DED29-F47E-2534-AFB4-003A8091A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  <a:t>16-10-2026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6DE89-3F60-1B9B-0597-F389CAA7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B78F6-7EC0-BF15-5CA1-F0159D796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256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8785-1FEB-0757-FEC8-6AA1CB86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94473-1718-0D76-22B7-33E82D611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9B1E2-29EC-2F2E-B362-55E80C4D0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6D9E9-31F7-01F5-C19A-438C4077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E1B4F-5C80-EFB0-BA9F-8F17B844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412BD-D800-391F-9FB6-159E83E747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C43F02-0084-480F-2BA3-75A1C0102C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B22D9D-B106-6765-76CF-C9843EC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62E0-081B-BE3A-F92B-73DE583ED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9D4DC-613B-8105-F661-A37BB2AD0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46AAE-21DC-2AE1-CF07-91F73A4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4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948038-F901-EAD1-D5DB-03603E89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E2A14-F9FA-9B0B-5AA7-D785E09BA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56813-B660-C26F-CFEF-AF22C547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  <a:t>16-10-2026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697EB-16D9-74E1-1448-0CDC28071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42DC9-4178-3222-F3F2-C5EC792CA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48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0CCFF-527E-4AC9-A45F-A8196F49E0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10653"/>
            <a:ext cx="9144000" cy="2499310"/>
          </a:xfrm>
        </p:spPr>
        <p:txBody>
          <a:bodyPr/>
          <a:lstStyle/>
          <a:p>
            <a:r>
              <a:rPr sz="2600" b="1" dirty="0"/>
              <a:t>MULTI-LEVEL PARKING SYSTEM</a:t>
            </a:r>
          </a:p>
          <a:p>
            <a:endParaRPr sz="2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2AC95-AA7D-A76A-037F-6B2DB5A27E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K. DIVYA TEJA    2620030005</a:t>
            </a:r>
          </a:p>
          <a:p>
            <a:r>
              <a:rPr sz="2000"/>
              <a:t>YOGENDRA           2620040044</a:t>
            </a:r>
          </a:p>
          <a:p>
            <a:r>
              <a:rPr sz="2000"/>
              <a:t>Guide: Mr. G Balaiah</a:t>
            </a:r>
          </a:p>
        </p:txBody>
      </p:sp>
    </p:spTree>
    <p:extLst>
      <p:ext uri="{BB962C8B-B14F-4D97-AF65-F5344CB8AC3E}">
        <p14:creationId xmlns:p14="http://schemas.microsoft.com/office/powerpoint/2010/main" val="15707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1AF3-F02C-0F4C-0929-57F8B753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9875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This project is a simple Java program for managing parking across multiple floors.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It uses 3 floors and 5 slots on each floor, so a total of 15 parking spaces are managed.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The program can park a vehicle, remove it, search it, show parking status and list parked vehicles.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A text file is used to save parking entry records.</a:t>
            </a:r>
          </a:p>
        </p:txBody>
      </p:sp>
    </p:spTree>
    <p:extLst>
      <p:ext uri="{BB962C8B-B14F-4D97-AF65-F5344CB8AC3E}">
        <p14:creationId xmlns:p14="http://schemas.microsoft.com/office/powerpoint/2010/main" val="676338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AC2B-1702-695F-E0B5-9F6550F0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Understanding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9875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In a multi-level parking area, finding a free slot manually can take time.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Drivers may not know which floor has empty spaces.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Manual record keeping makes tracking and searching difficult.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The aim of this project is to assign a slot quickly and maintain the parking information in a simple way.</a:t>
            </a:r>
          </a:p>
        </p:txBody>
      </p:sp>
    </p:spTree>
    <p:extLst>
      <p:ext uri="{BB962C8B-B14F-4D97-AF65-F5344CB8AC3E}">
        <p14:creationId xmlns:p14="http://schemas.microsoft.com/office/powerpoint/2010/main" val="398009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54CC5-4FD5-611A-4481-E878E281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1 Topics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CO1 covers basic Java program structure and input / output.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Scanner is used to read the menu choice and vehicle number from the user.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The program prints the menu and displays the result in the console.</a:t>
            </a:r>
          </a:p>
        </p:txBody>
      </p:sp>
      <p:pic>
        <p:nvPicPr>
          <p:cNvPr id="7" name="Picture 6" descr="co1_inpu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241" y="3291840"/>
            <a:ext cx="6425559" cy="266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4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4FDF4-A21D-11D6-CA7A-382058E2F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2 Topics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CO2 is shown through control statements.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A while loop keeps the program running until the user selects Exit.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switch is used for menu options and if conditions are used to check slot availability.</a:t>
            </a:r>
          </a:p>
        </p:txBody>
      </p:sp>
      <p:pic>
        <p:nvPicPr>
          <p:cNvPr id="7" name="Picture 6" descr="co2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681037"/>
            <a:ext cx="5120640" cy="564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111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BDDFB-DFEC-7A21-D889-17965A225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3 Topics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CO3 uses a 2D array to represent the parking area.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String[][] parking = new String[3][5] stores 3 floors and 5 slots.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Methods and nested loops are used to search, display and update parking slots.</a:t>
            </a:r>
          </a:p>
        </p:txBody>
      </p:sp>
      <p:pic>
        <p:nvPicPr>
          <p:cNvPr id="7" name="Picture 6" descr="co3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212080" cy="450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87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E591A-E528-51A2-6477-BF5075B3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CO4 is shown using a simple class and object.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The Vehicle class stores the vehicle plate number.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When a new vehicle enters, a Vehicle object is created using the constructor.</a:t>
            </a:r>
          </a:p>
        </p:txBody>
      </p:sp>
      <p:pic>
        <p:nvPicPr>
          <p:cNvPr id="7" name="Picture 6" descr="co4_veh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19" y="2011679"/>
            <a:ext cx="5850831" cy="2175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7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DDC3-4D1F-21CF-55F4-04AC539E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CO5 is shown using file handling.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The saveRecord() method uses FileWriter to save the vehicle number, floor and slot.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The record is written into parking_records.txt as a simple parking log.</a:t>
            </a:r>
          </a:p>
        </p:txBody>
      </p:sp>
      <p:pic>
        <p:nvPicPr>
          <p:cNvPr id="7" name="Picture 6" descr="co5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549" y="1690688"/>
            <a:ext cx="6789593" cy="2592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368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7C36F-68C1-38D5-BFA7-072938C7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44805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CO6 is shown using one collection: </a:t>
            </a:r>
            <a:r>
              <a:rPr dirty="0" err="1"/>
              <a:t>ArrayList</a:t>
            </a:r>
            <a:r>
              <a:rPr dirty="0"/>
              <a:t>&lt;String&gt;.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Vehicle numbers are added when parked and removed when the vehicle exits.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rPr dirty="0"/>
              <a:t>• The same list is displayed when the user chooses View Parked Vehicles.</a:t>
            </a:r>
          </a:p>
        </p:txBody>
      </p:sp>
      <p:pic>
        <p:nvPicPr>
          <p:cNvPr id="8" name="Picture 7" descr="Image preview">
            <a:extLst>
              <a:ext uri="{FF2B5EF4-FFF2-40B4-BE49-F238E27FC236}">
                <a16:creationId xmlns:a16="http://schemas.microsoft.com/office/drawing/2014/main" id="{25C4449A-F5C5-EE66-6055-636418C27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67386"/>
            <a:ext cx="6448926" cy="432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17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AD3A7-F925-7472-F39D-15B33FC2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9875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rPr dirty="0"/>
              <a:t>• The project demonstrates a simple working model of a multi-level parking system.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rPr dirty="0"/>
              <a:t>• It can park, remove, search and display vehicles across 15 parking spaces.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rPr dirty="0"/>
              <a:t>• The code is kept simple while still covering the required CO topics.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rPr dirty="0"/>
              <a:t>• Future improvements can include GUI, payment, sensors and online slot booking.</a:t>
            </a:r>
          </a:p>
        </p:txBody>
      </p:sp>
    </p:spTree>
    <p:extLst>
      <p:ext uri="{BB962C8B-B14F-4D97-AF65-F5344CB8AC3E}">
        <p14:creationId xmlns:p14="http://schemas.microsoft.com/office/powerpoint/2010/main" val="1744964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7661-8074-79B2-B035-E36DFB30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dirty="0"/>
              <a:t>Screen Shots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142" y="1332291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latin typeface="Arial"/>
              </a:defRPr>
            </a:pPr>
            <a:r>
              <a:rPr dirty="0"/>
              <a:t>Program output for each menu option.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627" y="1749414"/>
            <a:ext cx="2788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Park Vehicle</a:t>
            </a:r>
          </a:p>
        </p:txBody>
      </p:sp>
      <p:pic>
        <p:nvPicPr>
          <p:cNvPr id="8" name="Picture 7" descr="7b049d4b-58db-5eb2-8595-46d5b11ea7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27" y="2135250"/>
            <a:ext cx="3231998" cy="19093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68314" y="1749414"/>
            <a:ext cx="2788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Remove Vehicle</a:t>
            </a:r>
          </a:p>
        </p:txBody>
      </p:sp>
      <p:pic>
        <p:nvPicPr>
          <p:cNvPr id="10" name="Picture 9" descr="bd22c735-7267-5cc2-8f9a-44c62408ad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38" y="2084830"/>
            <a:ext cx="3904549" cy="17490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4724" y="487041"/>
            <a:ext cx="2788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View Parking</a:t>
            </a:r>
          </a:p>
        </p:txBody>
      </p:sp>
      <p:pic>
        <p:nvPicPr>
          <p:cNvPr id="12" name="Picture 11" descr="faa47807-b7eb-5b96-a602-019323d4a89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4724" y="1146989"/>
            <a:ext cx="2310063" cy="3152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814" y="4120904"/>
            <a:ext cx="2819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Search Vehicle</a:t>
            </a:r>
          </a:p>
        </p:txBody>
      </p:sp>
      <p:pic>
        <p:nvPicPr>
          <p:cNvPr id="14" name="Picture 13" descr="6d39c3d2-c39b-5027-9ec7-0534e5f80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744" y="4751513"/>
            <a:ext cx="3407856" cy="16276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988868" y="4173122"/>
            <a:ext cx="2788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Parked Vehicles</a:t>
            </a:r>
          </a:p>
        </p:txBody>
      </p:sp>
      <p:pic>
        <p:nvPicPr>
          <p:cNvPr id="16" name="Picture 15" descr="a73c59c6-88ac-51a4-9d18-021577ec987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0146" y="4751513"/>
            <a:ext cx="3407855" cy="16262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07442" y="4134771"/>
            <a:ext cx="30680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latin typeface="Arial"/>
              </a:defRPr>
            </a:pPr>
            <a:r>
              <a:rPr sz="2000" dirty="0"/>
              <a:t>Exit</a:t>
            </a:r>
          </a:p>
        </p:txBody>
      </p:sp>
      <p:pic>
        <p:nvPicPr>
          <p:cNvPr id="18" name="Picture 17" descr="012f8d81-2245-5403-9ffe-c716ba6a30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7443" y="4758249"/>
            <a:ext cx="3561490" cy="155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298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EF2EB-DC8E-A39F-8C45-4CB81854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/>
              <a:t>GitHub Link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latin typeface="Arial"/>
              </a:defRPr>
            </a:pPr>
            <a:r>
              <a:t>Repository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52078"/>
            <a:ext cx="9692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latin typeface="Arial"/>
              </a:defRPr>
            </a:pPr>
            <a:r>
              <a:rPr dirty="0"/>
              <a:t>https://github.com/KDivya-Teja/KLH_CSE_PSPJAVA_T16_MultiLevelParkingSystem</a:t>
            </a:r>
          </a:p>
        </p:txBody>
      </p:sp>
      <p:pic>
        <p:nvPicPr>
          <p:cNvPr id="10" name="Image 1" descr="/mnt/data/enhanced_assets/github_qr.png">
            <a:extLst>
              <a:ext uri="{FF2B5EF4-FFF2-40B4-BE49-F238E27FC236}">
                <a16:creationId xmlns:a16="http://schemas.microsoft.com/office/drawing/2014/main" id="{76F88938-2540-BA7B-D7D7-E202198E2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044" y="3610592"/>
            <a:ext cx="2602029" cy="260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777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513</Words>
  <Application>Microsoft Office PowerPoint</Application>
  <PresentationFormat>Widescreen</PresentationFormat>
  <Paragraphs>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MULTI-LEVEL PARKING SYSTEM </vt:lpstr>
      <vt:lpstr>Abstract</vt:lpstr>
      <vt:lpstr>Understanding Problem Statement</vt:lpstr>
      <vt:lpstr>CO 1 Topics</vt:lpstr>
      <vt:lpstr>CO 2 Topics</vt:lpstr>
      <vt:lpstr>CO 3 Topics</vt:lpstr>
      <vt:lpstr>CO 4</vt:lpstr>
      <vt:lpstr>CO 5</vt:lpstr>
      <vt:lpstr>CO 6</vt:lpstr>
      <vt:lpstr>Conclusion</vt:lpstr>
      <vt:lpstr>Screen Shots</vt:lpstr>
      <vt:lpstr>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Dell</cp:lastModifiedBy>
  <cp:revision>4</cp:revision>
  <dcterms:created xsi:type="dcterms:W3CDTF">2026-09-15T09:57:10Z</dcterms:created>
  <dcterms:modified xsi:type="dcterms:W3CDTF">2026-10-16T07:46:22Z</dcterms:modified>
</cp:coreProperties>
</file>